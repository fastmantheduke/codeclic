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C4E80">
              <a:alpha val="40000"/>
            </a:srgbClr>
          </a:solidFill>
          <a:ln w="12700">
            <a:solidFill>
              <a:srgbClr val="1C4E8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560320"/>
            <a:ext cx="2286000" cy="22860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PROFESSIONNELLE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CODE·CLIC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par la pratique à la conception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d'outils numériques en santé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3840480"/>
            <a:ext cx="7772400" cy="54864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Claude Bernard Lyon 1  •  Hospices Civils de Lyon  •  École de e-santé de Lyon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892040"/>
            <a:ext cx="201168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CODE·CLIC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Code-Clic 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numérique au cœur de la santé de demain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5331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1704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feuille de route nationale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1536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la formation au numérique des professionnels de santé (feuille de route 2023-2027)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40280"/>
            <a:ext cx="5486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9631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3134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outils conçus pour le terrain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325880" y="2679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des outils numériques en réponse à des besoins réels, identifiés par les soignants eux-mêmes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38328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383280"/>
            <a:ext cx="54864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3931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4564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Mobiliser l'écosystème régional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325880" y="3822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Fédérer UCBL1, HCL, GCS HOURAA, ARS-ARA, GCS Sara et les pôles de compétitivité autour d'un projet commun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0" y="4892040"/>
            <a:ext cx="201168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2004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CODE·CLIC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de la formation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allez construire ensemble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07592"/>
            <a:ext cx="475488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12471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parcours inclusif et innovant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490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 nouveau parcours de formation par la pratique, pérenne, inclusif et innovant à la conception d'outils numériques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40280"/>
            <a:ext cx="54864" cy="10058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496312"/>
            <a:ext cx="475488" cy="47548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31343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cadre propice à l'innovation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67919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 environnement adapté aux nouveaux usages professionnels, favorisant le développement et l'innovation numérique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2900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85032"/>
            <a:ext cx="475488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85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50215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certification reconnue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86791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un certificat de réalisation (Qualiopi / DPC), attestant de la qualité et de la reconnaissance officielle du parcours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892040"/>
            <a:ext cx="201168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CODE·CLIC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qui s'adresse Code-Clic 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ouverte, inclusive et transversale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58775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587752" cy="5029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13716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1527048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33172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Salariés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28346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compris jeunes diplômés et alternants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73552" y="1005840"/>
            <a:ext cx="258775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73552" y="1005840"/>
            <a:ext cx="2587752" cy="5029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3716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527048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64992" y="233172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Demandeurs d'emploi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10712" y="28346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reconversion ou en recherche active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90488" y="1005840"/>
            <a:ext cx="258775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90488" y="1005840"/>
            <a:ext cx="2587752" cy="5029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77456" y="13716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1527048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81928" y="233172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Secteurs public &amp; privé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27648" y="28346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Hôpitaux, cliniques, startups, collectivités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accessible à tous les professionnels souhaitant contribuer à l'innovation numérique en santé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0" y="4892040"/>
            <a:ext cx="201168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CODE·CLIC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Programme en 5 modules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diagnostic au déploiement : une approche par la pratique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5214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52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060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Conférence inaugurale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Immersion dans les enjeux du numérique en santé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170432"/>
            <a:ext cx="3108960" cy="36576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170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792224"/>
            <a:ext cx="8229600" cy="658368"/>
          </a:xfrm>
          <a:prstGeom prst="rect">
            <a:avLst/>
          </a:prstGeom>
          <a:solidFill>
            <a:srgbClr val="F1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920240"/>
            <a:ext cx="402336" cy="402336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1828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Caractérisation du besoin médical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139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et formaliser un vrai besoin terrain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1938528"/>
            <a:ext cx="3108960" cy="365760"/>
          </a:xfrm>
          <a:prstGeom prst="rect">
            <a:avLst/>
          </a:prstGeom>
          <a:solidFill>
            <a:srgbClr val="1C4E80">
              <a:alpha val="15000"/>
            </a:srgbClr>
          </a:solidFill>
          <a:ln w="12700">
            <a:solidFill>
              <a:srgbClr val="1C4E80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938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688336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25968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Conception de l'outil numérique idéal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2907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Co-concevoir la solution avec les professionnels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94960" y="2706624"/>
            <a:ext cx="3108960" cy="365760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7066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28416"/>
            <a:ext cx="8229600" cy="658368"/>
          </a:xfrm>
          <a:prstGeom prst="rect">
            <a:avLst/>
          </a:prstGeom>
          <a:solidFill>
            <a:srgbClr val="F1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456432"/>
            <a:ext cx="402336" cy="402336"/>
          </a:xfrm>
          <a:prstGeom prst="ellipse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3364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Mise en situation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3675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Prototyper et tester en conditions réelles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94960" y="3474720"/>
            <a:ext cx="3108960" cy="365760"/>
          </a:xfrm>
          <a:prstGeom prst="rect">
            <a:avLst/>
          </a:prstGeom>
          <a:solidFill>
            <a:srgbClr val="1C4E80">
              <a:alpha val="15000"/>
            </a:srgbClr>
          </a:solidFill>
          <a:ln w="12700">
            <a:solidFill>
              <a:srgbClr val="1C4E80">
                <a:alpha val="1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9651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422452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88720" y="41330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Échanges avec l'écosystème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88720" y="44439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Rencontrer les acteurs du numérique en santé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94960" y="4242816"/>
            <a:ext cx="3108960" cy="36576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42428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892040"/>
            <a:ext cx="201168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CODE·CLIC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 pratique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flexible et adapté à vos contraintes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58775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587752" cy="5029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13716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1527048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33172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633472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demi-journées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Personnalisable selon vos besoins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73552" y="1005840"/>
            <a:ext cx="258775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73552" y="1005840"/>
            <a:ext cx="2587752" cy="5029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0520" y="13716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52704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64992" y="233172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64992" y="2633472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Campus Lyon-Tech-La Doua / HCL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410712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Distanciel possible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90488" y="1005840"/>
            <a:ext cx="258775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90488" y="1005840"/>
            <a:ext cx="2587752" cy="5029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077456" y="137160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1527048"/>
            <a:ext cx="512064" cy="5120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81928" y="233172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81928" y="2633472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Présentiel + Distanciel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327648" y="321868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Hybride et flexible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65760" y="4462272"/>
            <a:ext cx="84124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65760" y="44622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Durée et lieu personnalisables selon le contexte et les besoins spécifiques de chaque structure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0" y="4892040"/>
            <a:ext cx="201168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CODE·CLIC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écosystème régional mobilisé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partenaires de référence pour une formation d'excellence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Université Claude Bernard Lyon 1 (UCBL1)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pédagogique &amp; École de e-santé de Lyon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40280"/>
            <a:ext cx="54864" cy="10058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317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Hospices Civils de Lyon (HCL)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 hospitalier &amp; terrain de pratique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29000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20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GCS HOURAA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Groupement de Coopération Sanitaire – partenaire santé numérique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0515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51560"/>
            <a:ext cx="54864" cy="10058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143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ARS Auvergne-Rhône-Alpes (ARS-ARA)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15544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institutionnel &amp; cadre régional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240280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3317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GCS Sara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27432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d'information de santé partagés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429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429000"/>
            <a:ext cx="54864" cy="100584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520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Pôles de compétitivité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39319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Dynamisme territorial &amp; innovation économique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892040"/>
            <a:ext cx="201168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CODE·CLIC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Impacts attendus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à fort potentiel transformateur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39776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005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Impacts Pédagogiques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600200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pédagogique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et accessibilité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aux enjeux environnementaux du numérique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 et valorisation des parcours professionnels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05840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005840"/>
            <a:ext cx="3977640" cy="50292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7899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005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Impacts Économiques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83480" y="1600200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 du secteur de la santé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Dynamisme et rayonnement territorial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Renforcement de la coopération public / privé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à la qualité des soins (certification)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0" y="4892040"/>
            <a:ext cx="201168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004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CODE·CLIC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4E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F2A44">
              <a:alpha val="40000"/>
            </a:srgbClr>
          </a:solidFill>
          <a:ln w="12700">
            <a:solidFill>
              <a:srgbClr val="0F2A44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7772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Certification reconnue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743200" y="14630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Qualiopi  /  DPC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2743200" y="23317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l'issue de la formation, chaque participant reçoit un certificat de réalisation Qualiopi / DPC, gage de qualité, de sérieux et de reconnaissance officielle par les organismes de financement.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possible via les OPCO et les dispositifs de formation professionnelle continue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4892040"/>
            <a:ext cx="201168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CODE·CLIC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C4E80">
              <a:alpha val="35000"/>
            </a:srgbClr>
          </a:solidFill>
          <a:ln w="12700">
            <a:solidFill>
              <a:srgbClr val="1C4E8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486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Rejoignez l'aventure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CODE·CLIC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32004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060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57860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codeclic@univ-lyon1.fr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3246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Claude Bernard Lyon 1  •  Hospices Civils de Lyon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HOURAA  •  ARS-ARA  •  GCS Sara  •  Pôles de compétitivité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4133088"/>
            <a:ext cx="384048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41330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Contactez-nous dès maintenant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0" y="4892040"/>
            <a:ext cx="201168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4892040"/>
            <a:ext cx="4572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CODE·CLIC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0" y="4892040"/>
            <a:ext cx="1188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Code-Clic – Formation numérique en santé</dc:title>
  <dc:subject>PptxGenJS Presentation</dc:subject>
  <dc:creator>PptxGenJS</dc:creator>
  <cp:lastModifiedBy>PptxGenJS</cp:lastModifiedBy>
  <cp:revision>1</cp:revision>
  <dcterms:created xsi:type="dcterms:W3CDTF">2026-03-24T12:59:30Z</dcterms:created>
  <dcterms:modified xsi:type="dcterms:W3CDTF">2026-03-24T12:59:30Z</dcterms:modified>
</cp:coreProperties>
</file>